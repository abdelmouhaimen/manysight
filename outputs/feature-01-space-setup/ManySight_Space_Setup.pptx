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443889cf0f4036" /><Relationship Type="http://schemas.openxmlformats.org/officeDocument/2006/relationships/extended-properties" Target="/docProps/app.xml" Id="R51578cd27d234bdc" /><Relationship Type="http://schemas.openxmlformats.org/officeDocument/2006/relationships/officeDocument" Target="/ppt/presentation.xml" Id="R80eb1d413bc0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79076dc63d4f95"/>
  </p:sldMasterIdLst>
  <p:notesMasterIdLst>
    <p:notesMasterId xmlns:r="http://schemas.openxmlformats.org/officeDocument/2006/relationships" r:id="R24116da68ce14795"/>
  </p:notesMasterIdLst>
  <p:sldIdLst>
    <p:sldId xmlns:r="http://schemas.openxmlformats.org/officeDocument/2006/relationships" id="256" r:id="R675de067fae24462"/>
    <p:sldId xmlns:r="http://schemas.openxmlformats.org/officeDocument/2006/relationships" id="257" r:id="R3a8b3a77af724582"/>
    <p:sldId xmlns:r="http://schemas.openxmlformats.org/officeDocument/2006/relationships" id="258" r:id="Rea63a215fc9f42f5"/>
    <p:sldId xmlns:r="http://schemas.openxmlformats.org/officeDocument/2006/relationships" id="259" r:id="Rf18d62f6833f4e62"/>
    <p:sldId xmlns:r="http://schemas.openxmlformats.org/officeDocument/2006/relationships" id="260" r:id="Re9b6e4f4cd09427b"/>
    <p:sldId xmlns:r="http://schemas.openxmlformats.org/officeDocument/2006/relationships" id="261" r:id="R659d4545291a42f9"/>
    <p:sldId xmlns:r="http://schemas.openxmlformats.org/officeDocument/2006/relationships" id="262" r:id="R2038001733644dc4"/>
    <p:sldId xmlns:r="http://schemas.openxmlformats.org/officeDocument/2006/relationships" id="263" r:id="Rea61b4213b8946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b255694f2496d" /><Relationship Type="http://schemas.openxmlformats.org/officeDocument/2006/relationships/slideMaster" Target="/ppt/slideMasters/slideMaster1.xml" Id="R2779076dc63d4f95" /><Relationship Type="http://schemas.openxmlformats.org/officeDocument/2006/relationships/notesMaster" Target="/ppt/notesMasters/notesMaster1.xml" Id="R24116da68ce14795" /><Relationship Type="http://schemas.openxmlformats.org/officeDocument/2006/relationships/presProps" Target="/ppt/presProps.xml" Id="R25e16b08aeac47b2" /><Relationship Type="http://schemas.openxmlformats.org/officeDocument/2006/relationships/tableStyles" Target="/ppt/tableStyles.xml" Id="R2a6bc8beafd84130" /><Relationship Type="http://schemas.openxmlformats.org/officeDocument/2006/relationships/slide" Target="/ppt/slides/slide1.xml" Id="R675de067fae24462" /><Relationship Type="http://schemas.openxmlformats.org/officeDocument/2006/relationships/slide" Target="/ppt/slides/slide2.xml" Id="R3a8b3a77af724582" /><Relationship Type="http://schemas.openxmlformats.org/officeDocument/2006/relationships/slide" Target="/ppt/slides/slide3.xml" Id="Rea63a215fc9f42f5" /><Relationship Type="http://schemas.openxmlformats.org/officeDocument/2006/relationships/slide" Target="/ppt/slides/slide4.xml" Id="Rf18d62f6833f4e62" /><Relationship Type="http://schemas.openxmlformats.org/officeDocument/2006/relationships/slide" Target="/ppt/slides/slide5.xml" Id="Re9b6e4f4cd09427b" /><Relationship Type="http://schemas.openxmlformats.org/officeDocument/2006/relationships/slide" Target="/ppt/slides/slide6.xml" Id="R659d4545291a42f9" /><Relationship Type="http://schemas.openxmlformats.org/officeDocument/2006/relationships/slide" Target="/ppt/slides/slide7.xml" Id="R2038001733644dc4" /><Relationship Type="http://schemas.openxmlformats.org/officeDocument/2006/relationships/slide" Target="/ppt/slides/slide8.xml" Id="Rea61b4213b8946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b7efbebb0744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44fbe8f9e64973" /><Relationship Type="http://schemas.openxmlformats.org/officeDocument/2006/relationships/notesMaster" Target="/ppt/notesMasters/notesMaster1.xml" Id="Rc8e663a00fc64b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07765ea2245a7" /><Relationship Type="http://schemas.openxmlformats.org/officeDocument/2006/relationships/notesMaster" Target="/ppt/notesMasters/notesMaster1.xml" Id="R354383dffc1c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4b433a25a24bfe" /><Relationship Type="http://schemas.openxmlformats.org/officeDocument/2006/relationships/notesMaster" Target="/ppt/notesMasters/notesMaster1.xml" Id="Rf3ade441173649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dedad6f9d14b5c" /><Relationship Type="http://schemas.openxmlformats.org/officeDocument/2006/relationships/notesMaster" Target="/ppt/notesMasters/notesMaster1.xml" Id="R3c562a7825a749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2a6bad12e04c9f" /><Relationship Type="http://schemas.openxmlformats.org/officeDocument/2006/relationships/notesMaster" Target="/ppt/notesMasters/notesMaster1.xml" Id="R7c3bc051901046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8250de936a4274" /><Relationship Type="http://schemas.openxmlformats.org/officeDocument/2006/relationships/notesMaster" Target="/ppt/notesMasters/notesMaster1.xml" Id="R0a93dc2865a348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7ef7c0194e4003" /><Relationship Type="http://schemas.openxmlformats.org/officeDocument/2006/relationships/notesMaster" Target="/ppt/notesMasters/notesMaster1.xml" Id="Rcc36569fdaf842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eab5d0f6284a95" /><Relationship Type="http://schemas.openxmlformats.org/officeDocument/2006/relationships/notesMaster" Target="/ppt/notesMasters/notesMaster1.xml" Id="R1500827c5fab40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176d10e764c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de5efe32eb47cb" /><Relationship Type="http://schemas.openxmlformats.org/officeDocument/2006/relationships/slideLayout" Target="/ppt/slideLayouts/slideLayout1.xml" Id="Rda49b4fa3a1347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49b4fa3a1347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294bbcb444fde" /><Relationship Type="http://schemas.openxmlformats.org/officeDocument/2006/relationships/image" Target="/ppt/media/image.png" Id="Re41a470069c54804" /><Relationship Type="http://schemas.openxmlformats.org/officeDocument/2006/relationships/notesSlide" Target="/ppt/notesSlides/notesSlide1.xml" Id="R372bd693d73a40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277ee67b64c9c" /><Relationship Type="http://schemas.openxmlformats.org/officeDocument/2006/relationships/image" Target="/ppt/media/image.jpeg" Id="R1f942a4ae3d7439e" /><Relationship Type="http://schemas.openxmlformats.org/officeDocument/2006/relationships/hyperlink" Target="interactive/index.html#2" Id="R37729df366f9434b" /><Relationship Type="http://schemas.openxmlformats.org/officeDocument/2006/relationships/notesSlide" Target="/ppt/notesSlides/notesSlide2.xml" Id="Rf369c9d42c684d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27c2e9a194043" /><Relationship Type="http://schemas.openxmlformats.org/officeDocument/2006/relationships/image" Target="/ppt/media/image2.png" Id="R3f3f7b14ab2e454b" /><Relationship Type="http://schemas.openxmlformats.org/officeDocument/2006/relationships/hyperlink" Target="interactive/index.html#3" Id="R6f3845f28f884bf2" /><Relationship Type="http://schemas.openxmlformats.org/officeDocument/2006/relationships/notesSlide" Target="/ppt/notesSlides/notesSlide3.xml" Id="Rf7f1486dfb9b4b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26e70bc464537" /><Relationship Type="http://schemas.openxmlformats.org/officeDocument/2006/relationships/image" Target="/ppt/media/image3.png" Id="R0fc052f9b21a41af" /><Relationship Type="http://schemas.openxmlformats.org/officeDocument/2006/relationships/hyperlink" Target="interactive/index.html#4" Id="Rdb2a0f8c6ef74674" /><Relationship Type="http://schemas.openxmlformats.org/officeDocument/2006/relationships/notesSlide" Target="/ppt/notesSlides/notesSlide4.xml" Id="Rf9c02297d350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771f49d2045c2" /><Relationship Type="http://schemas.openxmlformats.org/officeDocument/2006/relationships/image" Target="/ppt/media/image4.png" Id="R450f7077480646a8" /><Relationship Type="http://schemas.openxmlformats.org/officeDocument/2006/relationships/hyperlink" Target="interactive/index.html#5" Id="Rb58b130c22d14532" /><Relationship Type="http://schemas.openxmlformats.org/officeDocument/2006/relationships/notesSlide" Target="/ppt/notesSlides/notesSlide5.xml" Id="Rb20f69bb8aba42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7a4d78092414f" /><Relationship Type="http://schemas.openxmlformats.org/officeDocument/2006/relationships/image" Target="/ppt/media/image5.png" Id="R824e109084404eb9" /><Relationship Type="http://schemas.openxmlformats.org/officeDocument/2006/relationships/hyperlink" Target="interactive/index.html#6" Id="Red1277bcc14d4150" /><Relationship Type="http://schemas.openxmlformats.org/officeDocument/2006/relationships/notesSlide" Target="/ppt/notesSlides/notesSlide6.xml" Id="R2dd6accf4afa4b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fb5e28623445b" /><Relationship Type="http://schemas.openxmlformats.org/officeDocument/2006/relationships/image" Target="/ppt/media/image6.png" Id="R83d2eaea50fa4d90" /><Relationship Type="http://schemas.openxmlformats.org/officeDocument/2006/relationships/hyperlink" Target="interactive/index.html#7" Id="Rca2a21dbce444c88" /><Relationship Type="http://schemas.openxmlformats.org/officeDocument/2006/relationships/notesSlide" Target="/ppt/notesSlides/notesSlide7.xml" Id="Rdc9f7002ca6743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130d29ff442de" /><Relationship Type="http://schemas.openxmlformats.org/officeDocument/2006/relationships/image" Target="/ppt/media/image7.png" Id="Ra8c0db2ce9114474" /><Relationship Type="http://schemas.openxmlformats.org/officeDocument/2006/relationships/hyperlink" Target="interactive/index.html#8" Id="R1880d9135adc4957" /><Relationship Type="http://schemas.openxmlformats.org/officeDocument/2006/relationships/notesSlide" Target="/ppt/notesSlides/notesSlide8.xml" Id="Raf98b8b0252a43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a470069c54804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103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42a4ae3d743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open-interactive-workspace">
            <a:extLst xmlns:a="http://schemas.openxmlformats.org/drawingml/2006/main">
              <a:ext uri="{FF2B5EF4-FFF2-40B4-BE49-F238E27FC236}">
                <a16:creationId xmlns:a16="http://schemas.microsoft.com/office/drawing/2014/main" id="{89A3660A-9266-4033-B5BF-F43CD735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2266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0231F"/>
          </a:solidFill>
          <a:ln xmlns:a="http://schemas.openxmlformats.org/drawingml/2006/main" w="9525">
            <a:solidFill>
              <a:srgbClr val="2023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C2752-4537-4C9A-B107-C7BD5A8B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317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37729df366f9434b"/>
              </a:rPr>
              <a:t>OPEN INTERACTIVE WORKSPACE  ↗</a:t>
            </a:r>
          </a:p>
        </p:txBody>
      </p:sp>
    </p:spTree>
    <p:extLst>
      <p:ext uri="{BB962C8B-B14F-4D97-AF65-F5344CB8AC3E}">
        <p14:creationId xmlns:p14="http://schemas.microsoft.com/office/powerpoint/2010/main" val="15467106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f7b14ab2e454b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open-interactive-analysis">
            <a:extLst xmlns:a="http://schemas.openxmlformats.org/drawingml/2006/main">
              <a:ext uri="{FF2B5EF4-FFF2-40B4-BE49-F238E27FC236}">
                <a16:creationId xmlns:a16="http://schemas.microsoft.com/office/drawing/2014/main" id="{4A3F5D02-FE9F-423B-BFE8-F5907D10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20764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0231F"/>
          </a:solidFill>
          <a:ln xmlns:a="http://schemas.openxmlformats.org/drawingml/2006/main" w="9525">
            <a:solidFill>
              <a:srgbClr val="2023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28BF7-89E8-4187-972C-5CD22C7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317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6f3845f28f884bf2"/>
              </a:rPr>
              <a:t>OPEN INTERACTIVE ANALYSIS  ↗</a:t>
            </a:r>
          </a:p>
        </p:txBody>
      </p:sp>
    </p:spTree>
    <p:extLst>
      <p:ext uri="{BB962C8B-B14F-4D97-AF65-F5344CB8AC3E}">
        <p14:creationId xmlns:p14="http://schemas.microsoft.com/office/powerpoint/2010/main" val="8630956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052f9b21a41af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open-interactive-live-store">
            <a:extLst xmlns:a="http://schemas.openxmlformats.org/drawingml/2006/main">
              <a:ext uri="{FF2B5EF4-FFF2-40B4-BE49-F238E27FC236}">
                <a16:creationId xmlns:a16="http://schemas.microsoft.com/office/drawing/2014/main" id="{0C4A8AC5-BF76-4D89-BEF7-1E77BFAB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0231F"/>
          </a:solidFill>
          <a:ln xmlns:a="http://schemas.openxmlformats.org/drawingml/2006/main" w="9525">
            <a:solidFill>
              <a:srgbClr val="2023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A9A3E-08D9-4077-A24D-3E262A46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3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db2a0f8c6ef74674"/>
              </a:rPr>
              <a:t>OPEN LIVE STORE  ↗</a:t>
            </a:r>
          </a:p>
        </p:txBody>
      </p:sp>
    </p:spTree>
    <p:extLst>
      <p:ext uri="{BB962C8B-B14F-4D97-AF65-F5344CB8AC3E}">
        <p14:creationId xmlns:p14="http://schemas.microsoft.com/office/powerpoint/2010/main" val="15517049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f7077480646a8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open-interactive-annotation">
            <a:extLst xmlns:a="http://schemas.openxmlformats.org/drawingml/2006/main">
              <a:ext uri="{FF2B5EF4-FFF2-40B4-BE49-F238E27FC236}">
                <a16:creationId xmlns:a16="http://schemas.microsoft.com/office/drawing/2014/main" id="{9A040FF7-77F3-4B81-B15B-71E4955C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0231F"/>
          </a:solidFill>
          <a:ln xmlns:a="http://schemas.openxmlformats.org/drawingml/2006/main" w="9525">
            <a:solidFill>
              <a:srgbClr val="2023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4AD09-AD68-4D0F-8BC9-31E354E7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962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b58b130c22d14532"/>
              </a:rPr>
              <a:t>OPEN ANNOTATION FLOW</a:t>
            </a:r>
          </a:p>
        </p:txBody>
      </p:sp>
    </p:spTree>
    <p:extLst>
      <p:ext uri="{BB962C8B-B14F-4D97-AF65-F5344CB8AC3E}">
        <p14:creationId xmlns:p14="http://schemas.microsoft.com/office/powerpoint/2010/main" val="11168579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e109084404eb9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open-agent-interface">
            <a:extLst xmlns:a="http://schemas.openxmlformats.org/drawingml/2006/main">
              <a:ext uri="{FF2B5EF4-FFF2-40B4-BE49-F238E27FC236}">
                <a16:creationId xmlns:a16="http://schemas.microsoft.com/office/drawing/2014/main" id="{3DDF6D84-FD74-4D59-8E7A-3E68E0EB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0231F"/>
          </a:solidFill>
          <a:ln xmlns:a="http://schemas.openxmlformats.org/drawingml/2006/main" w="9525">
            <a:solidFill>
              <a:srgbClr val="2023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CBF77-C900-48CB-A902-94D80873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866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ed1277bcc14d4150"/>
              </a:rPr>
              <a:t>OPEN AGENT INTERFACE</a:t>
            </a:r>
          </a:p>
        </p:txBody>
      </p:sp>
    </p:spTree>
    <p:extLst>
      <p:ext uri="{BB962C8B-B14F-4D97-AF65-F5344CB8AC3E}">
        <p14:creationId xmlns:p14="http://schemas.microsoft.com/office/powerpoint/2010/main" val="6070621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2eaea50fa4d90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open-accessibility-recommendation">
            <a:extLst xmlns:a="http://schemas.openxmlformats.org/drawingml/2006/main">
              <a:ext uri="{FF2B5EF4-FFF2-40B4-BE49-F238E27FC236}">
                <a16:creationId xmlns:a16="http://schemas.microsoft.com/office/drawing/2014/main" id="{F071B3F3-58BB-4B2D-ACEC-90FAB5D2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2400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0231F"/>
          </a:solidFill>
          <a:ln xmlns:a="http://schemas.openxmlformats.org/drawingml/2006/main" w="9525">
            <a:solidFill>
              <a:srgbClr val="2023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38138-7BD3-4993-9935-DED7F350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ca2a21dbce444c88"/>
              </a:rPr>
              <a:t>OPEN ACCESSIBLE PROPOSAL</a:t>
            </a:r>
          </a:p>
        </p:txBody>
      </p:sp>
    </p:spTree>
    <p:extLst>
      <p:ext uri="{BB962C8B-B14F-4D97-AF65-F5344CB8AC3E}">
        <p14:creationId xmlns:p14="http://schemas.microsoft.com/office/powerpoint/2010/main" val="10172727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0db2ce9114474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open-domain-expansion">
            <a:extLst xmlns:a="http://schemas.openxmlformats.org/drawingml/2006/main">
              <a:ext uri="{FF2B5EF4-FFF2-40B4-BE49-F238E27FC236}">
                <a16:creationId xmlns:a16="http://schemas.microsoft.com/office/drawing/2014/main" id="{C720CBCF-317A-4F5A-8390-953903A5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05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0231F"/>
          </a:solidFill>
          <a:ln xmlns:a="http://schemas.openxmlformats.org/drawingml/2006/main" w="9525">
            <a:solidFill>
              <a:srgbClr val="2023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1129D-0CB6-4B71-9FE7-520ED665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765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1880d9135adc4957"/>
              </a:rPr>
              <a:t>OPEN DOMAIN VIEW</a:t>
            </a:r>
          </a:p>
        </p:txBody>
      </p:sp>
    </p:spTree>
    <p:extLst>
      <p:ext uri="{BB962C8B-B14F-4D97-AF65-F5344CB8AC3E}">
        <p14:creationId xmlns:p14="http://schemas.microsoft.com/office/powerpoint/2010/main" val="834400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2026-07-19T12:53:46.1180000Z</dcterms:created>
  <dcterms:modified xsi:type="dcterms:W3CDTF">2026-07-19T12:53:46.1180000Z</dcterms:modified>
</coreProperties>
</file>